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Export Summary</a:t>
            </a:r>
          </a:p>
        </p:txBody>
      </p:sp>
      <p:pic>
        <p:nvPicPr>
          <p:cNvPr id="3" name="Picture 2" descr="shee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078992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Chart</a:t>
            </a:r>
          </a:p>
        </p:txBody>
      </p:sp>
      <p:pic>
        <p:nvPicPr>
          <p:cNvPr id="3" name="Picture 2" descr="shee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36094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Cases</a:t>
            </a:r>
          </a:p>
        </p:txBody>
      </p:sp>
      <p:pic>
        <p:nvPicPr>
          <p:cNvPr id="3" name="Picture 2" descr="shee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36094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Alerts</a:t>
            </a:r>
          </a:p>
        </p:txBody>
      </p:sp>
      <p:pic>
        <p:nvPicPr>
          <p:cNvPr id="3" name="Picture 2" descr="shee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45510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